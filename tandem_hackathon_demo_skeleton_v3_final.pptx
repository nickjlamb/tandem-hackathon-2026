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9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337178" cy="6463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GB" sz="4200" b="1" dirty="0" err="1">
                <a:solidFill>
                  <a:srgbClr val="181D24"/>
                </a:solidFill>
                <a:latin typeface="Aptos"/>
              </a:rPr>
              <a:t>PlugPoint</a:t>
            </a:r>
            <a:endParaRPr sz="4200" b="1" dirty="0">
              <a:solidFill>
                <a:srgbClr val="181D2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2487168"/>
            <a:ext cx="978408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0">
                <a:solidFill>
                  <a:srgbClr val="646C78"/>
                </a:solidFill>
                <a:latin typeface="Aptos"/>
              </a:rPr>
              <a:t>[One sentence: what it does, for whom, and why it matters]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9160"/>
            <a:ext cx="10881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956048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46C78"/>
                </a:solidFill>
                <a:latin typeface="Aptos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66944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81D24"/>
                </a:solidFill>
                <a:latin typeface="Aptos"/>
              </a:rPr>
              <a:t>[Name] · [role]     [Name] · [role]     [Name] · [role]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6C78"/>
                </a:solidFill>
                <a:latin typeface="Aptos"/>
              </a:rPr>
              <a:t>NXGN × Tandem Health Hackathon  •  05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646C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181D24"/>
                </a:solidFill>
                <a:latin typeface="Aptos"/>
              </a:rPr>
              <a:t>The admin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03327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46C78"/>
                </a:solidFill>
                <a:latin typeface="Aptos"/>
              </a:rPr>
              <a:t>[A specific person] currently has to [painful task] every time [trigger].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6C78"/>
                </a:solidFill>
                <a:latin typeface="Aptos"/>
              </a:rPr>
              <a:t>NXGN × Tandem Health Hackathon  •  05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646C78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743200"/>
            <a:ext cx="31089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646C78"/>
                </a:solidFill>
                <a:latin typeface="Aptos"/>
              </a:rPr>
              <a:t>Start with a real 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090672"/>
            <a:ext cx="475488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81D24"/>
                </a:solidFill>
                <a:latin typeface="Aptos"/>
              </a:rPr>
              <a:t>“Every [day/week], [clinician] spends [X minutes] [doing/chasing/re-entering…]”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4539" y="3895344"/>
            <a:ext cx="2240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43139" y="4151376"/>
            <a:ext cx="1645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46C78"/>
                </a:solidFill>
                <a:latin typeface="Aptos"/>
              </a:rPr>
              <a:t>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3139" y="4553712"/>
            <a:ext cx="685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>
                <a:solidFill>
                  <a:srgbClr val="5C4EE6"/>
                </a:solidFill>
                <a:latin typeface="Aptos"/>
              </a:rPr>
              <a:t>[8]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6371" y="4654296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81D24"/>
                </a:solidFill>
                <a:latin typeface="Aptos"/>
              </a:rPr>
              <a:t>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3139" y="5129783"/>
            <a:ext cx="1645920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81D24"/>
                </a:solidFill>
                <a:latin typeface="Aptos"/>
              </a:rPr>
              <a:t>[3] systems
[2] copy/pastes
~[6] min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1979" y="4700016"/>
            <a:ext cx="457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646C78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94899" y="3895344"/>
            <a:ext cx="2240280" cy="2103120"/>
          </a:xfrm>
          <a:prstGeom prst="roundRect">
            <a:avLst/>
          </a:prstGeom>
          <a:solidFill>
            <a:srgbClr val="F7F5FF"/>
          </a:solidFill>
          <a:ln>
            <a:solidFill>
              <a:srgbClr val="5C4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23499" y="4151376"/>
            <a:ext cx="1645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C4EE6"/>
                </a:solidFill>
                <a:latin typeface="Aptos"/>
              </a:rPr>
              <a:t>WITH [PRODUCT]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3499" y="4553712"/>
            <a:ext cx="685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>
                <a:solidFill>
                  <a:srgbClr val="5C4EE6"/>
                </a:solidFill>
                <a:latin typeface="Aptos"/>
              </a:rPr>
              <a:t>[1]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6731" y="4654296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81D24"/>
                </a:solidFill>
                <a:latin typeface="Aptos"/>
              </a:rPr>
              <a:t>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3499" y="5129783"/>
            <a:ext cx="164592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81D24"/>
                </a:solidFill>
                <a:latin typeface="Aptos"/>
              </a:rPr>
              <a:t>~[45 sec]
clinician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257800"/>
            <a:ext cx="10241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6C78"/>
                </a:solidFill>
                <a:latin typeface="Aptos"/>
              </a:rPr>
              <a:t>Use estimates only if your clinician teammate can defend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181D24"/>
                </a:solidFill>
                <a:latin typeface="Aptos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03327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46C78"/>
                </a:solidFill>
                <a:latin typeface="Aptos"/>
              </a:rPr>
              <a:t>[Product] removes admin while keeping clinical judgement explicit.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2240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3200400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C4EE6"/>
                </a:solidFill>
                <a:latin typeface="Aptos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66160"/>
            <a:ext cx="1816913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181D24"/>
                </a:solidFill>
                <a:latin typeface="Aptos"/>
              </a:rPr>
              <a:t>LLM
[Interpret / extract unstructured information]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474720"/>
            <a:ext cx="411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646C7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71800"/>
            <a:ext cx="2240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3200400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C4EE6"/>
                </a:solidFill>
                <a:latin typeface="Aptos"/>
              </a:rPr>
              <a:t>VALIDATE +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566160"/>
            <a:ext cx="1981505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181D24"/>
                </a:solidFill>
                <a:latin typeface="Aptos"/>
              </a:rPr>
              <a:t>CODE / RULES
[Check / route / manage workflow state]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3474720"/>
            <a:ext cx="411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646C7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2240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3200400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C4EE6"/>
                </a:solidFill>
                <a:latin typeface="Aptos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566159"/>
            <a:ext cx="1938527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181D24"/>
                </a:solidFill>
                <a:latin typeface="Aptos"/>
              </a:rPr>
              <a:t>CLINICIAN
[Clinical judgement / exceptions only]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474720"/>
            <a:ext cx="411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646C7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971800"/>
            <a:ext cx="2240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3200400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C4EE6"/>
                </a:solidFill>
                <a:latin typeface="Aptos"/>
              </a:rPr>
              <a:t>ACT +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566160"/>
            <a:ext cx="1874519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181D24"/>
                </a:solidFill>
                <a:latin typeface="Aptos"/>
              </a:rPr>
              <a:t>API / WORKFLOW
[Execute action / confirm completion]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645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46C78"/>
                </a:solidFill>
                <a:latin typeface="Aptos"/>
              </a:rPr>
              <a:t>DESIGN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22392"/>
            <a:ext cx="98755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81D24"/>
                </a:solidFill>
                <a:latin typeface="Aptos"/>
              </a:rPr>
              <a:t>Automate the admin. Keep clinical judgement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6C78"/>
                </a:solidFill>
                <a:latin typeface="Aptos"/>
              </a:rPr>
              <a:t>NXGN × Tandem Health Hackathon  •  05 Sep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646C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181D24"/>
                </a:solidFill>
                <a:latin typeface="Aptos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03327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46C78"/>
                </a:solidFill>
                <a:latin typeface="Aptos"/>
              </a:rPr>
              <a:t>One real workflow. End to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108356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4114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5C4EE6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2735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81D24"/>
                </a:solidFill>
                <a:latin typeface="Aptos"/>
              </a:rPr>
              <a:t>[INPUT]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246120"/>
            <a:ext cx="4572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600" b="1">
                <a:solidFill>
                  <a:srgbClr val="646C78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46120"/>
            <a:ext cx="4114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5C4EE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273552"/>
            <a:ext cx="2011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81D24"/>
                </a:solidFill>
                <a:latin typeface="Aptos"/>
              </a:rPr>
              <a:t>[WORKFLOW]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246120"/>
            <a:ext cx="4572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600" b="1">
                <a:solidFill>
                  <a:srgbClr val="646C78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246120"/>
            <a:ext cx="4114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5C4EE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2735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81D24"/>
                </a:solidFill>
                <a:latin typeface="Aptos"/>
              </a:rPr>
              <a:t>[ACTION]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8989" y="4297680"/>
            <a:ext cx="6860661" cy="6924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0" dirty="0">
                <a:solidFill>
                  <a:srgbClr val="646C78"/>
                </a:solidFill>
                <a:latin typeface="Aptos"/>
              </a:rPr>
              <a:t>ROUTINE → completes automatically ✓     •     EXCEPTION → clinician review required</a:t>
            </a:r>
            <a:endParaRPr lang="en-GB" sz="1500" b="0" dirty="0">
              <a:solidFill>
                <a:srgbClr val="646C78"/>
              </a:solidFill>
              <a:latin typeface="Aptos"/>
            </a:endParaRPr>
          </a:p>
          <a:p>
            <a:pPr algn="ctr"/>
            <a:r>
              <a:rPr sz="1500" b="0" dirty="0">
                <a:solidFill>
                  <a:srgbClr val="646C78"/>
                </a:solidFill>
                <a:latin typeface="Aptos"/>
              </a:rPr>
              <a:t>
</a:t>
            </a:r>
            <a:r>
              <a:rPr sz="1500" b="0" i="1" dirty="0">
                <a:solidFill>
                  <a:srgbClr val="646C78"/>
                </a:solidFill>
                <a:latin typeface="Aptos"/>
              </a:rPr>
              <a:t>Switch to the working prototype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6C78"/>
                </a:solidFill>
                <a:latin typeface="Aptos"/>
              </a:rPr>
              <a:t>NXGN × Tandem Health Hackathon  •  05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646C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881360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181D24"/>
                </a:solidFill>
                <a:latin typeface="Aptos"/>
              </a:rPr>
              <a:t>Impact +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103327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646C78"/>
                </a:solidFill>
                <a:latin typeface="Aptos"/>
              </a:rPr>
              <a:t>Show what changed in the workflow, then show that you tested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82112"/>
            <a:ext cx="2697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5C4EE6"/>
                </a:solidFill>
                <a:latin typeface="Aptos"/>
              </a:rPr>
              <a:t>[10–20]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2697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81D24"/>
                </a:solidFill>
                <a:latin typeface="Aptos"/>
              </a:rPr>
              <a:t>synthetic gold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2697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46C78"/>
                </a:solidFill>
                <a:latin typeface="Aptos"/>
              </a:rPr>
              <a:t>[normal + edge cases]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8803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3182112"/>
            <a:ext cx="2697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5C4EE6"/>
                </a:solidFill>
                <a:latin typeface="Aptos"/>
              </a:rPr>
              <a:t>[XX%]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67328"/>
            <a:ext cx="2697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81D24"/>
                </a:solidFill>
                <a:latin typeface="Aptos"/>
              </a:rPr>
              <a:t>expected behaviours 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187952"/>
            <a:ext cx="2697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46C78"/>
                </a:solidFill>
                <a:latin typeface="Aptos"/>
              </a:rPr>
              <a:t>[report actual result]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88036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182112"/>
            <a:ext cx="2697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5C4EE6"/>
                </a:solidFill>
                <a:latin typeface="Aptos"/>
              </a:rPr>
              <a:t>[10–20]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767328"/>
            <a:ext cx="2697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81D24"/>
                </a:solidFill>
                <a:latin typeface="Aptos"/>
              </a:rPr>
              <a:t>critical exceptions escalated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187952"/>
            <a:ext cx="2697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46C78"/>
                </a:solidFill>
                <a:latin typeface="Aptos"/>
              </a:rPr>
              <a:t>[aim for 100%]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30368"/>
            <a:ext cx="1645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646C78"/>
                </a:solidFill>
                <a:latin typeface="Aptos"/>
              </a:rPr>
              <a:t>WITH ANOTHER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59552"/>
            <a:ext cx="10424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81D24"/>
                </a:solidFill>
                <a:latin typeface="Aptos"/>
              </a:rPr>
              <a:t>[Production integration]   •   [Evaluation / safety]   •   [Pilot with real users]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6C78"/>
                </a:solidFill>
                <a:latin typeface="Aptos"/>
              </a:rPr>
              <a:t>NXGN × Tandem Health Hackathon  •  05 Sep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00" b="0">
                <a:solidFill>
                  <a:srgbClr val="646C78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61888"/>
            <a:ext cx="10424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C4EE6"/>
                </a:solidFill>
                <a:latin typeface="Aptos"/>
              </a:rPr>
              <a:t>Best demo sequence: happy path → deliberate failure/ambiguity → eval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391</Words>
  <Application>Microsoft Macintosh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Lamb</cp:lastModifiedBy>
  <cp:revision>4</cp:revision>
  <dcterms:created xsi:type="dcterms:W3CDTF">2013-01-27T09:14:16Z</dcterms:created>
  <dcterms:modified xsi:type="dcterms:W3CDTF">2026-09-05T12:33:01Z</dcterms:modified>
  <cp:category/>
</cp:coreProperties>
</file>